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Evaluation Protocol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43600" y="2675673"/>
            <a:ext cx="5715000" cy="20552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Control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0250"/>
            <a:ext cx="5760720" cy="214901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 of the Reference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Learned Representations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Branch versus Stem Across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6292"/>
            <a:ext cx="10881360" cy="183413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the Held-Out Cohort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Consistent, above the noise, and ahead of the field.  </a:t>
            </a:r>
            <a:r>
              <a:rPr sz="1600" b="0" i="0">
                <a:solidFill>
                  <a:srgbClr val="555555"/>
                </a:solidFill>
                <a:latin typeface="Times New Roman"/>
              </a:rPr>
              <a:t>(a) all 20 participants improve, mean +0.064 (p = 8.8 × 10⁻⁵). (b) the change exceeds that participant's own spread across seeds in 16 of the 20. (c) it leads the strongest published decoder on this cohort by +0.060, higher in 18 of 20 (p = 1.3 × 10⁻⁴). Calibration error falls from 0.075 to 0.062 on the same runs.</a:t>
            </a:r>
          </a:p>
        </p:txBody>
      </p:sp>
      <p:pic>
        <p:nvPicPr>
          <p:cNvPr id="7" name="Picture 6" descr="fig_cohortC.png"/>
          <p:cNvPicPr>
            <a:picLocks noChangeAspect="1"/>
          </p:cNvPicPr>
          <p:nvPr/>
        </p:nvPicPr>
        <p:blipFill>
          <a:blip r:embed="rId2"/>
          <a:stretch>
            <a:fillRect/>
          </a:stretch>
        </p:blipFill>
        <p:spPr>
          <a:xfrm>
            <a:off x="2310496" y="1508760"/>
            <a:ext cx="7577103" cy="39319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Effect Size Against Class-Block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Direct Manipulation of the Estimator Memory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and Block Length: Summary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695692"/>
            <a:ext cx="5715000" cy="18323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399032" y="2468880"/>
            <a:ext cx="9363456"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 and Ranking Criteria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2850" y="1417320"/>
            <a:ext cx="4156499" cy="4343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Control-Relevant Outcome Measures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30958"/>
            <a:ext cx="5623560" cy="2916123"/>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Cohorts D and 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9298"/>
            <a:ext cx="5623560" cy="297944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