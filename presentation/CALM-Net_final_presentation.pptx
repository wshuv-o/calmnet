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Five Cohorts, One Pipeline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43600" y="2675673"/>
            <a:ext cx="5715000" cy="20552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Is Actually Decoded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0250"/>
            <a:ext cx="5760720" cy="214901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Where the Reference Acts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the Model Computes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Against Eight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Branch Against the Stem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6292"/>
            <a:ext cx="10881360" cy="1834135"/>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Cohort C, Held Out From Every Design Decision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20 of 20 participants improve  </a:t>
            </a:r>
            <a:r>
              <a:rPr sz="1600" b="0" i="0">
                <a:solidFill>
                  <a:srgbClr val="555555"/>
                </a:solidFill>
                <a:latin typeface="Times New Roman"/>
              </a:rPr>
              <a:t>(p = 8.8 × 10⁻⁵, mean +0.064, range +0.007 to +0.158). No design decision touched this cohort, and the branch was not tuned on it.</a:t>
            </a:r>
          </a:p>
        </p:txBody>
      </p:sp>
      <p:pic>
        <p:nvPicPr>
          <p:cNvPr id="7" name="Picture 6" descr="fig_cohortC.png"/>
          <p:cNvPicPr>
            <a:picLocks noChangeAspect="1"/>
          </p:cNvPicPr>
          <p:nvPr/>
        </p:nvPicPr>
        <p:blipFill>
          <a:blip r:embed="rId2"/>
          <a:stretch>
            <a:fillRect/>
          </a:stretch>
        </p:blipFill>
        <p:spPr>
          <a:xfrm>
            <a:off x="1939267" y="1508760"/>
            <a:ext cx="8319561" cy="39319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Boundary Across Five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Rate Condition, Measured by Manipulation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Against 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698485"/>
            <a:ext cx="5715000" cy="182678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of the Reported Model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399032" y="2468880"/>
            <a:ext cx="9363456"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2850" y="1417320"/>
            <a:ext cx="4156499" cy="434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the Branch Costs a Controller</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30958"/>
            <a:ext cx="5623560" cy="291612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Two Cohorts Added Last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9298"/>
            <a:ext cx="5623560" cy="297944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