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800"/>
              </a:spcAft>
            </a:pPr>
            <a:r>
              <a:rPr sz="1700" b="1" i="0">
                <a:solidFill>
                  <a:srgbClr val="111111"/>
                </a:solidFill>
                <a:latin typeface="Times New Roman"/>
              </a:rPr>
              <a:t>0.901 at 53 % of ATCNet's parameters. </a:t>
            </a:r>
            <a:r>
              <a:rPr sz="1700" b="0" i="0">
                <a:solidFill>
                  <a:srgbClr val="555555"/>
                </a:solidFill>
                <a:latin typeface="Times New Roman"/>
              </a:rPr>
              <a:t>Removing alignment costs 0.074 on this cohort. Seven participants, nine sessions each, fitted on sessions 1–3 and tested on sessions 4–9 recorded weeks later.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Three separate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it brings no gain here, because there is no class tracking to stop. Two further seeds agree, and show slowing costs a little (0.016, p = 0.003).</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selective head</a:t>
            </a:r>
          </a:p>
          <a:p>
            <a:pPr algn="l">
              <a:lnSpc>
                <a:spcPct val="125000"/>
              </a:lnSpc>
              <a:spcAft>
                <a:spcPts val="800"/>
              </a:spcAft>
            </a:pPr>
            <a:r>
              <a:rPr sz="1600" b="0" i="0">
                <a:solidFill>
                  <a:srgbClr val="555555"/>
                </a:solidFill>
                <a:latin typeface="Times New Roman"/>
              </a:rPr>
              <a:t>Declining uncertain windows lowers accuracy in 14 of 18 arms. It adds no accuracy either: alignment alone reaches 0.883, with the head 0.884.</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ablation is a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Multi-seed headline, about 47 GPU hours.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